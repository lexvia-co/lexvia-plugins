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331720" cy="777240"/>
          </a:xfrm>
          <a:prstGeom prst="rect">
            <a:avLst/>
          </a:prstGeom>
          <a:solidFill>
            <a:srgbClr val="D9EA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Shenglan Ye</a:t>
            </a:r>
          </a:p>
          <a:p>
            <a:pPr algn="ctr">
              <a:spcAft>
                <a:spcPts val="0"/>
              </a:spcAft>
            </a:pPr>
            <a:r>
              <a:rPr sz="1300" b="1">
                <a:latin typeface="Times New Roman"/>
              </a:rPr>
              <a:t>Chief Executive Officer</a:t>
            </a:r>
          </a:p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Citizen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00200"/>
            <a:ext cx="2331720" cy="777240"/>
          </a:xfrm>
          <a:prstGeom prst="rect">
            <a:avLst/>
          </a:prstGeom>
          <a:solidFill>
            <a:srgbClr val="D9EA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Yixiu Yu</a:t>
            </a:r>
          </a:p>
          <a:p>
            <a:pPr algn="ctr">
              <a:spcAft>
                <a:spcPts val="0"/>
              </a:spcAft>
            </a:pPr>
            <a:r>
              <a:rPr sz="1300" b="1">
                <a:latin typeface="Times New Roman"/>
              </a:rPr>
              <a:t>Sales Manager</a:t>
            </a:r>
          </a:p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Citizen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6200" y="320040"/>
            <a:ext cx="2331720" cy="777240"/>
          </a:xfrm>
          <a:prstGeom prst="rect">
            <a:avLst/>
          </a:prstGeom>
          <a:solidFill>
            <a:srgbClr val="D9EA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Bei He</a:t>
            </a:r>
          </a:p>
          <a:p>
            <a:pPr algn="ctr">
              <a:spcAft>
                <a:spcPts val="0"/>
              </a:spcAft>
            </a:pPr>
            <a:r>
              <a:rPr sz="1300" b="1">
                <a:latin typeface="Times New Roman"/>
              </a:rPr>
              <a:t>Chief Financial Officer</a:t>
            </a:r>
          </a:p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Citizen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1600200"/>
            <a:ext cx="2331720" cy="777240"/>
          </a:xfrm>
          <a:prstGeom prst="rect">
            <a:avLst/>
          </a:prstGeom>
          <a:solidFill>
            <a:srgbClr val="D9EA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Ting Yang</a:t>
            </a:r>
          </a:p>
          <a:p>
            <a:pPr algn="ctr">
              <a:spcAft>
                <a:spcPts val="0"/>
              </a:spcAft>
            </a:pPr>
            <a:r>
              <a:rPr sz="1300" b="1">
                <a:latin typeface="Times New Roman"/>
              </a:rPr>
              <a:t>Accountant</a:t>
            </a:r>
          </a:p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Non PR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320040"/>
            <a:ext cx="2331720" cy="777240"/>
          </a:xfrm>
          <a:prstGeom prst="rect">
            <a:avLst/>
          </a:prstGeom>
          <a:solidFill>
            <a:srgbClr val="D9EA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Hang Ye</a:t>
            </a:r>
          </a:p>
          <a:p>
            <a:pPr algn="ctr">
              <a:spcAft>
                <a:spcPts val="0"/>
              </a:spcAft>
            </a:pPr>
            <a:r>
              <a:rPr sz="1300" b="1">
                <a:latin typeface="Times New Roman"/>
              </a:rPr>
              <a:t>Senior Project Manager</a:t>
            </a:r>
          </a:p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Citizen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600200"/>
            <a:ext cx="2331720" cy="777240"/>
          </a:xfrm>
          <a:prstGeom prst="rect">
            <a:avLst/>
          </a:prstGeom>
          <a:solidFill>
            <a:srgbClr val="D9EA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Chenxue Li</a:t>
            </a:r>
          </a:p>
          <a:p>
            <a:pPr algn="ctr">
              <a:spcAft>
                <a:spcPts val="0"/>
              </a:spcAft>
            </a:pPr>
            <a:r>
              <a:rPr sz="1300" b="1">
                <a:latin typeface="Times New Roman"/>
              </a:rPr>
              <a:t>Project Manager</a:t>
            </a:r>
          </a:p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Citizen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915400" y="1600200"/>
            <a:ext cx="2331720" cy="777240"/>
          </a:xfrm>
          <a:prstGeom prst="rect">
            <a:avLst/>
          </a:prstGeom>
          <a:solidFill>
            <a:srgbClr val="D9EA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Yang He</a:t>
            </a:r>
          </a:p>
          <a:p>
            <a:pPr algn="ctr">
              <a:spcAft>
                <a:spcPts val="0"/>
              </a:spcAft>
            </a:pPr>
            <a:r>
              <a:rPr sz="1300" b="1">
                <a:latin typeface="Times New Roman"/>
              </a:rPr>
              <a:t>Assistant Manager</a:t>
            </a:r>
          </a:p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Citizen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2880360"/>
            <a:ext cx="2331720" cy="777240"/>
          </a:xfrm>
          <a:prstGeom prst="rect">
            <a:avLst/>
          </a:prstGeom>
          <a:solidFill>
            <a:srgbClr val="D9EAF7"/>
          </a:solidFill>
          <a:ln w="15875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James Li</a:t>
            </a:r>
          </a:p>
          <a:p>
            <a:pPr algn="ctr">
              <a:spcAft>
                <a:spcPts val="0"/>
              </a:spcAft>
            </a:pPr>
            <a:r>
              <a:rPr sz="1300" b="1">
                <a:latin typeface="Times New Roman"/>
              </a:rPr>
              <a:t>Interior Designer (Intern)</a:t>
            </a:r>
          </a:p>
          <a:p>
            <a:pPr algn="ctr">
              <a:spcAft>
                <a:spcPts val="0"/>
              </a:spcAft>
            </a:pPr>
            <a:r>
              <a:rPr sz="1100" b="0">
                <a:latin typeface="Times New Roman"/>
              </a:rPr>
              <a:t>Citizen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23060" y="1097280"/>
            <a:ext cx="0" cy="502920"/>
          </a:xfrm>
          <a:prstGeom prst="line">
            <a:avLst/>
          </a:prstGeom>
          <a:ln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52060" y="1097280"/>
            <a:ext cx="0" cy="502920"/>
          </a:xfrm>
          <a:prstGeom prst="line">
            <a:avLst/>
          </a:prstGeom>
          <a:ln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703820" y="1097280"/>
            <a:ext cx="777240" cy="502920"/>
          </a:xfrm>
          <a:prstGeom prst="line">
            <a:avLst/>
          </a:prstGeom>
          <a:ln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81060" y="1097280"/>
            <a:ext cx="1600200" cy="502920"/>
          </a:xfrm>
          <a:prstGeom prst="line">
            <a:avLst/>
          </a:prstGeom>
          <a:ln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03820" y="2377440"/>
            <a:ext cx="0" cy="502920"/>
          </a:xfrm>
          <a:prstGeom prst="line">
            <a:avLst/>
          </a:prstGeom>
          <a:ln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